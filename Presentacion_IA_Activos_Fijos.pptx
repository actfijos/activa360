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Inteligencia Artificial en Gestión de Activos Fijos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Aplicaciones prácticas en el proyecto Activa360</a:t>
            </a:r>
          </a:p>
          <a:p>
            <a:r>
              <a:t>Maestría en Sistemas de Información</a:t>
            </a:r>
          </a:p>
          <a:p>
            <a:r>
              <a:t>Guillermo Daza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</a:defRPr>
            </a:pPr>
            <a:r>
              <a:t>1. Introducción a Activos Fijos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2. Desafíos en la gestión actual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3. Conceptos de IA aplicables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4. IA en el proyecto Activa360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5. Ejemplos prácticos de implementación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6. Resultados y beneficios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7.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son los Activos Fijos?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</a:defRPr>
            </a:pPr>
            <a:r>
              <a:t>• Bienes duraderos utilizados en la producción o suministro de bienes/servicios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No se adquieren para reventa, sino para uso operativo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Ejemplos: Maquinaria, equipos, vehículos, edificios, mobiliario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Representan una inversión significativa para las organizaciones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Requieren gestión de inventario, depreciación y mantenimiento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Desafíos en Gestión de Activos Fijos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</a:defRPr>
            </a:pPr>
            <a:r>
              <a:t>• Inventarios manuales propensos a errores humanos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Dificultad para rastrear ubicación y estado en tiempo real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Cálculos de depreciación complejos y propensos a errores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Mantenimiento reactivo vs. preventivo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Cumplimiento normativo y auditorías complicadas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Integración de datos dispersos en múltiples sistemas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Inteligencia Artificial: Conceptos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</a:defRPr>
            </a:pPr>
            <a:r>
              <a:t>• Machine Learning (ML): Algoritmos que aprenden de datos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Computer Vision: Interpretación de imágenes y video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Natural Language Processing (NLP): Procesamiento de texto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Deep Learning: Redes neuronales para patrones complejos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Internet of Things (IoT): Sensores conectados para monitoreo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Aplicaciones: Clasificación, predicción, detección, automatización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 en el Proyecto Activa360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</a:defRPr>
            </a:pPr>
            <a:r>
              <a:t>• Sistema integral para gestión de activos fijos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Automatización del inventario mediante visión computacional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Clasificación inteligente de activos por tipo y categoría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Predicción de ciclos de vida y mantenimiento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Integración con sistemas ERP existentes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Reducción de errores humanos y tiempos operativos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Práctico 1: Clasificación Automática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</a:defRPr>
            </a:pPr>
            <a:r>
              <a:t>• Problema: Categorizar miles de activos manualmente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Solución: Modelo de ML entrenado con datos históricos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Algoritmos: Random Forest, SVM, o Redes Neuronales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Entradas: Descripción, código, ubicación, valor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Salida: Categoría automática (Edificios, Maquinaria, etc.)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Precisión esperada: &gt;90% en clasificación correcta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Práctico 2: Visión Computacional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</a:defRPr>
            </a:pPr>
            <a:r>
              <a:t>• Problema: Verificar existencia física de activos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Solución: Cámaras + IA para reconocimiento visual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Tecnología: YOLO, OpenCV para detección de objetos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Aplicación: Escaneo de códigos de barras, etiquetas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Beneficio: Inventario físico 5x más rápido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Integración: App móvil para auditorías en campo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Práctico 3: Mantenimiento Predictivo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</a:defRPr>
            </a:pPr>
            <a:r>
              <a:t>• Problema: Fallas inesperadas de equipos críticos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Solución: Modelos de series temporales para predicción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Datos: Historial de mantenimiento, uso, condiciones ambientales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Algoritmos: LSTM, ARIMA, Gradient Boosting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Resultado: Alertas de mantenimiento antes de fallas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Impacto: Reducción de 30% en costos de mantenimiento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Técnica de Activa360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</a:defRPr>
            </a:pPr>
            <a:r>
              <a:t>• Capa de Datos: Sensores IoT, bases de datos SQL/NoSQL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Capa de Procesamiento: Python, TensorFlow/PyTorch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Capa de IA: Modelos entrenados para clasificación y predicción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Capa de Aplicación: API REST, interfaz web/móvil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Capa de Integración: Conectores con sistemas ERP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Seguridad: Autenticación, encriptación, auditoría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y Beneficios Esperados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</a:defRPr>
            </a:pPr>
            <a:r>
              <a:t>• Reducción de errores en inventario: 85% → 98% precisión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Tiempo de auditoría: De 2 semanas a 2 días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Ahorro en costos de mantenimiento: 25-30%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Cumplimiento normativo mejorado (auditorías automáticas)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Visibilidad en tiempo real del estado de activos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Escalabilidad para organizaciones de cualquier tamaño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</a:defRPr>
            </a:pPr>
            <a:r>
              <a:t>• La IA transforma la gestión tradicional de activos fijos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Activa360 demuestra aplicaciones prácticas y tangibles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La combinación de ML + Visión + IoT es altamente efectiva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Beneficios claros: eficiencia, precisión, ahorro de costos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Futuro: Integración con gemelos digitales y blockchain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Oportunidad de investigación y desarrollo en la maestría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